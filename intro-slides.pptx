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9" r:id="rId5"/>
    <p:sldId id="260" r:id="rId6"/>
    <p:sldId id="261" r:id="rId7"/>
    <p:sldId id="262" r:id="rId8"/>
    <p:sldId id="258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13" Type="http://schemas.openxmlformats.org/officeDocument/2006/relationships/hyperlink" Target="https://github.com/NISRA-Tech-Lab/rap-skeleton-lit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entity/0ae35b36-0fd7-422e-805b-d53af1579093/_djb2_msteams_prefix_808832703?context=%7B%22channelId%22%3A%2219%3A6cc3c14d1d03438a991be5dae79bce0b%40thread.tacv2%22%7D&amp;tenantId=e7a13aea-9437-4db7-a22b-cfaa4ce33b6e" TargetMode="External"/><Relationship Id="rId12" Type="http://schemas.openxmlformats.org/officeDocument/2006/relationships/hyperlink" Target="https://github.com/NISRA-Tech-Lab/rap-skeleton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11" Type="http://schemas.openxmlformats.org/officeDocument/2006/relationships/hyperlink" Target="https://tidyverse.org/" TargetMode="External"/><Relationship Id="rId5" Type="http://schemas.openxmlformats.org/officeDocument/2006/relationships/image" Target="../media/image1.jpg"/><Relationship Id="rId10" Type="http://schemas.openxmlformats.org/officeDocument/2006/relationships/hyperlink" Target="https://nicsonline.sharepoint.com/:f:/s/TM-DOF-NISRATEAM/IgAVoGVDsWZ7Q4yJ2Mm1U1YCAWK7msPIvkfi37TaSn-U-sg?e=PTkjKO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teams.microsoft.com/l/entity/2a527703-1f6f-4559-a332-d8a7d288cd88/_djb2_msteams_prefix_2053460274?context=%7B%22channelId%22%3A%2219%3A1b84fe785d0545cd93c4e23c76ea64ba%40thread.tacv2%22%7D&amp;tenantId=e7a13aea-9437-4db7-a22b-cfaa4ce33b6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3" y="1535430"/>
            <a:ext cx="90170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An introduction to R in NISRA</a:t>
            </a:r>
          </a:p>
          <a:p>
            <a:endParaRPr lang="en-US" sz="12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5E4FE5-2AE2-7B09-B51A-C958012E8A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28" y="5793588"/>
            <a:ext cx="959623" cy="7437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B8814A-54D6-A1F8-1175-B9644D5C51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1302" y="5793588"/>
            <a:ext cx="2121650" cy="7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27014" y="1739476"/>
            <a:ext cx="10868299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Overview of sessions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This introductory set of sessions is delivered in 2 parts (A and B)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It is assumed you have attended Part A when attending Part B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If you missed Part A, it is advised that you wait until the next month for a spot on that session, before booking into Part B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Outside of the above, this is a course designed for absolute beginners in R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A we cover: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Types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Structures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Packages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Processing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F6F2F7-0EFB-5AC3-C613-C32374A8F8B2}"/>
              </a:ext>
            </a:extLst>
          </p:cNvPr>
          <p:cNvSpPr txBox="1"/>
          <p:nvPr/>
        </p:nvSpPr>
        <p:spPr>
          <a:xfrm>
            <a:off x="3120327" y="4468208"/>
            <a:ext cx="343814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B we cover:</a:t>
            </a: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Summarisation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Else/if &amp; Case when logic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Dataset joins 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Pivoting data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Charts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F49D3-41E2-98C3-0754-51D6D778D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EBF899-CD0E-BFA2-6D3E-63D31E37E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71B7551-AD05-03CB-F1E3-7779C02F477F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D29B2-FF87-E578-E872-CE5CDB07A32E}"/>
              </a:ext>
            </a:extLst>
          </p:cNvPr>
          <p:cNvSpPr txBox="1"/>
          <p:nvPr/>
        </p:nvSpPr>
        <p:spPr>
          <a:xfrm>
            <a:off x="627015" y="1739476"/>
            <a:ext cx="8961120" cy="4819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Free and Open Source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Large support community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Highly flexible and extensible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– consistency across agency and cost savings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Not just a pure statistics software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Everything you would expect from a stats package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Great chart and mapping options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Digital document creation (HTML/PDF etc.)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Analysis that is transparent, easy to share and with high levels of reproducibility</a:t>
            </a:r>
            <a:endParaRPr lang="en-GB" sz="11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77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“r-intro-coffee-coding-session-</a:t>
            </a:r>
            <a:r>
              <a:rPr lang="en-US" sz="1600" b="1" dirty="0" err="1">
                <a:latin typeface="Franklin Gothic Book" panose="020B0503020102020204" pitchFamily="34" charset="0"/>
              </a:rPr>
              <a:t>a.R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593474"/>
            <a:ext cx="7456329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Online Training Links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 - Staff Training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 – RAP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" panose="020B0604020202020204" pitchFamily="34" charset="0"/>
                <a:hlinkClick r:id="rId9" tooltip="https://teams.microsoft.com/l/entity/2a527703-1f6f-4559-a332-d8a7d288cd88/_djb2_msteams_prefix_2053460274?context=%7B%22channelId%22%3A%2219%3A1b84fe785d0545cd93c4e23c76ea64ba%40thread.tacv2%22%7D&amp;tenantId=e7a13aea-9437-4db7-a22b-cfaa4ce33b6e"/>
              </a:rPr>
              <a:t>RAP Training Pathways</a:t>
            </a:r>
            <a:endParaRPr lang="en-US" alt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There are a selection of previous Coffee and Coding session recordings available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TM-DOF-NISRATEAM -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TechLab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 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1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2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3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 are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sessions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for access (Kim Jordan or Laura McIlwee)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</TotalTime>
  <Words>529</Words>
  <Application>Microsoft Office PowerPoint</Application>
  <PresentationFormat>Widescreen</PresentationFormat>
  <Paragraphs>84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15</cp:revision>
  <dcterms:created xsi:type="dcterms:W3CDTF">2025-05-21T12:12:55Z</dcterms:created>
  <dcterms:modified xsi:type="dcterms:W3CDTF">2026-07-22T10:43:09Z</dcterms:modified>
</cp:coreProperties>
</file>