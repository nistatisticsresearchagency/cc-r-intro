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5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30/09/2025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channel/19%3A6cc3c14d1d03438a991be5dae79bce0b%40thread.tacv2/Staff%20Training?groupId=aae45d96-55b6-40f0-82cc-854f4ce0b623&amp;tenantId=e7a13aea-9437-4db7-a22b-cfaa4ce33b6e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10" Type="http://schemas.openxmlformats.org/officeDocument/2006/relationships/hyperlink" Target="https://github.com/NISRA-Tech-Lab/rap-skeleton-lite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github.com/NISRA-Tech-Lab/rap-skelet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4" y="1535430"/>
            <a:ext cx="49657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Coffee and Coding</a:t>
            </a:r>
          </a:p>
          <a:p>
            <a:endParaRPr lang="en-US" sz="28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 Intro to R in NISRA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5" y="1739476"/>
            <a:ext cx="8961120" cy="4057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100% free and as a result, has a huge support community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Flexible and extensible – thousands of user created packages via CRAN/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enabling simpler cross working between teams and departments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incredibly versatile in what you can do - everything from calculating simple summary statistics, to performing complex simulations to creating plots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Using RStudio, a program to help you write R code, You can easily and seamlessly combine R code, analyses, plots, and written text into elegant digital documents all in one place using  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or Quarto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Analyses conducted in R are transparent, easily shareable, and reproducible, especially when paired with git</a:t>
            </a:r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“r-intro-coffee-coding-in-</a:t>
            </a:r>
            <a:r>
              <a:rPr lang="en-US" sz="1600" b="1" dirty="0" err="1">
                <a:latin typeface="Franklin Gothic Book" panose="020B0503020102020204" pitchFamily="34" charset="0"/>
              </a:rPr>
              <a:t>person.R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715400"/>
            <a:ext cx="74563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Resources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Staff Training Page – Links to Online Training tab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</a:t>
            </a:r>
            <a:r>
              <a:rPr lang="en-US" sz="1600">
                <a:solidFill>
                  <a:srgbClr val="00205C"/>
                </a:solidFill>
                <a:latin typeface="Franklin Gothic Book" panose="020B0503020102020204" pitchFamily="34" charset="0"/>
              </a:rPr>
              <a:t>on </a:t>
            </a:r>
            <a:r>
              <a:rPr lang="en-US" sz="160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majority of data work in NISRA can be done with these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planned for July 2025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(Kim Jordan or Laura McIlwee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471</Words>
  <Application>Microsoft Office PowerPoint</Application>
  <PresentationFormat>Widescreen</PresentationFormat>
  <Paragraphs>57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9</cp:revision>
  <dcterms:created xsi:type="dcterms:W3CDTF">2025-05-21T12:12:55Z</dcterms:created>
  <dcterms:modified xsi:type="dcterms:W3CDTF">2025-09-30T12:57:02Z</dcterms:modified>
</cp:coreProperties>
</file>